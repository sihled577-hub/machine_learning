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Credit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&lt;class 'pandas.core.frame.DataFrame'&gt;
RangeIndex: 2000 entries, 0 to 1999
Data columns (total 7 columns):
 #   Column             Non-Null Count  Dtype  
---  ------             --------------  -----  
 0   Age                2000 non-null   int32  
 1   Annual_Income      2000 non-null   float64
 2   Credit_History     2000 non-null   int32  
 3   Existing_Debt      2000 non-null   float64
 4   Employment_Status  2000 non-null   int64  
 5   Num_Loans          2000 non-null   int32  
 6   Default            2000 non-null   int32  
dtypes: float64(2), int32(4), int64(1)
memory usage: 78.3 KB
None
Top 10
   Age  Annual_Income  Credit_History  Existing_Debt  Employment_Status  \
0   56        42000.0               2         7400.0                  0   
1   69        73700.0               7        12600.0                  1   
2   46        51800.0               2            0.0                  1   
3   32        28200.0               7         6000.0                  1   
4   60        26500.0              17        11200.0                  1   
   Num_Loans  Default  
0          6        0  
1          1        0  
2          5        0  
3          0        0  
4          4        0  
Bottom 10
      Age  Annual_Income  Credit_History  Existing_Debt  Employment_Status  \
1995   63        91400.0              16        11000.0                  1   
1996   67        22900.0              17        20100.0                  0   
1997   69        30700.0              11        29100.0                  1   
1998   24        55900.0               7         2700.0                  0   
1999   20        49900.0               1         6600.0                  1   
      Num_Loans  Default  
1995          7        0  
1996          2        1  
1997          7        0  
1998          7        0  
1999          4        0  
Default rate: 18.4%
AUC-ROC: 0.672
              precision    recall  f1-score   support
  No Default       0.83      0.91      0.87       326
     Default       0.32      0.18      0.23        74
    accuracy                           0.78       400
   macro avg       0.57      0.54      0.55       400
weighted avg       0.74      0.78      0.75       400
</a:t>
            </a:r>
          </a:p>
        </p:txBody>
      </p:sp>
      <p:pic>
        <p:nvPicPr>
          <p:cNvPr descr="Sihle_Credit_files/figure-pptx/cell-2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98600"/>
            <a:ext cx="51054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</dc:title>
  <dc:creator/>
  <cp:keywords/>
  <dcterms:created xsi:type="dcterms:W3CDTF">2026-05-27T03:24:45Z</dcterms:created>
  <dcterms:modified xsi:type="dcterms:W3CDTF">2026-05-27T03:24:45Z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font">
    <vt:lpwstr>times new roman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
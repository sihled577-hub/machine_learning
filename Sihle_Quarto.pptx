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Sihle Quarto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Hello, I am Sihle and this is my first quarto document.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Sihle Quarto</dc:title>
  <dc:creator/>
  <cp:keywords/>
  <dcterms:created xsi:type="dcterms:W3CDTF">2026-05-27T02:46:46Z</dcterms:created>
  <dcterms:modified xsi:type="dcterms:W3CDTF">2026-05-27T02:46:46Z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